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97280"/>
            <a:ext cx="64008" cy="2560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SEGURIDAD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Evaluación, Análisis y Fortalecimiento del Sistema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para Dirección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804672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Villalobos Rodriguez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presentación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02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Situación Inicial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era el estado del sistema?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502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Identificados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49240" y="1600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críticas detectadas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502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1284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258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Controlado (Pentesting)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2624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impacto real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12848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12848"/>
            <a:ext cx="502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1284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258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Correctivas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49240" y="2624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fortalecimiento aplicadas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236976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236976"/>
            <a:ext cx="502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3697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2826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Mejora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36484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antes / después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236976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236976"/>
            <a:ext cx="502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23697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2826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49240" y="36484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· ENS · NIST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68880" y="4261104"/>
            <a:ext cx="4206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68880" y="4261104"/>
            <a:ext cx="502920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426110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063240" y="430682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Próximos Pasos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3240" y="46725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para dirección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INICIAL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era el estado del sistema?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ANALIZÓ?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realizó un análisis forense completo sobre un servidor Debian que alojaba una aplicación web WordPress. El servidor estaba expuesto a red y prestaba servicios de archivo, web y acceso remoto.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ACTIVOS: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21 – FTP (transferencia de archivos)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22 – SSH (acceso remoto)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 – HTTP (sitio web WordPress)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MySQL / MariaDB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15000" y="1097280"/>
            <a:ext cx="310896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1188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RIESGO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737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5715000" y="2834640"/>
            <a:ext cx="3108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06440" y="29260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USADAS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97880" y="3337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4.22.1 (análisis forense)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3401568"/>
            <a:ext cx="54864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749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(escaneo de red)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06440" y="3813048"/>
            <a:ext cx="54864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4160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(entorno de pruebas)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4224528"/>
            <a:ext cx="54864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IDENTIFICADOS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críticas detectadas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10972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1152144"/>
            <a:ext cx="9144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1521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1208" y="11338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FTP ANÓNIMO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153619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persona podía conectarse al servidor sin usuario ni contraseña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78992"/>
            <a:ext cx="10972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152144"/>
            <a:ext cx="9144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1521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01768" y="11338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 (SSH) CON CONTRASEÑA DÉBIL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01768" y="153619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que permite ataques automatizados de contraseñas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774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77440"/>
            <a:ext cx="10972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2450592"/>
            <a:ext cx="9144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450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1208" y="24323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DE BASE DE DATOS: «123456»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" y="283464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 todos los datos del sitio web con credencial trivial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3774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377440"/>
            <a:ext cx="109728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2450592"/>
            <a:ext cx="91440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450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01768" y="24323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EXCESIVOS EN ARCHIVOS WEB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01768" y="283464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proceso del sistema podía modificar la configuración de WordPress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7588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675888"/>
            <a:ext cx="109728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3749040"/>
            <a:ext cx="91440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749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1208" y="37307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 SIN CIFRADO (HTTP)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" y="41330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tráfico web era interceptable en la red (sin HTTPS)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67588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675888"/>
            <a:ext cx="109728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3749040"/>
            <a:ext cx="91440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3749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01768" y="37307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ARCHIVOS INTERNO EXPUESTO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01768" y="41330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podían ver los archivos del servidor desde el navegador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PENETRACIÓN (PENTESTING)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controlado para demostrar el impacto real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43200" cy="33832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27432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EXPLOTADA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CVE-2021-30047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Denegación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Servicio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de riesgo: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/ 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ALTA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280160"/>
            <a:ext cx="5486400" cy="82296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435608"/>
            <a:ext cx="475488" cy="47548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05072" y="1325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05072" y="16642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la red para identificar el servidor objetivo y sus servicios activos.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2240280"/>
            <a:ext cx="5486400" cy="82296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2395728"/>
            <a:ext cx="475488" cy="47548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05072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VULNERABILIDAD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05072" y="26243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del servicio FTP desactualizado con vulnerabilidad pública conocida.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200400"/>
            <a:ext cx="5486400" cy="82296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01568" y="3355848"/>
            <a:ext cx="475488" cy="47548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355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05072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DEL ATAQUE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05072" y="35844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del exploit: saturación del servicio hasta dejarlo sin disponibilidad.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4160520"/>
            <a:ext cx="5486400" cy="82296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01568" y="4315968"/>
            <a:ext cx="475488" cy="47548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005072" y="4206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CONFIRMADO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05072" y="45445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rechazó conexiones legítimas → servicio caído para usuarios reales.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CORRECTIVAS IMPLEMENTADAS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fortalecimiento aplicadas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09728" cy="114300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89888"/>
            <a:ext cx="411480" cy="41148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1A7F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1247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servicio FTP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24128" y="150876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completa del acceso remoto de archivos sin autenticación (Puerto 21 cerrado)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51560"/>
            <a:ext cx="109728" cy="114300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01768" y="1389888"/>
            <a:ext cx="411480" cy="41148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1A7F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04688" y="11247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SSH reforzada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04688" y="150876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 solo mediante clave criptográfica; contraseñas deshabilitadas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5000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50008"/>
            <a:ext cx="109728" cy="114300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2688336"/>
            <a:ext cx="411480" cy="41148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1A7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128" y="24231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seguras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24128" y="2807208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de credenciales débiles por contraseñas complejas en sistema, acceso remoto y base de datos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35000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350008"/>
            <a:ext cx="109728" cy="114300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01768" y="2688336"/>
            <a:ext cx="411480" cy="41148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1A7F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04688" y="24231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de archivos corregidos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04688" y="2807208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del principio de mínimo privilegio en archivos de configuración críticos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4845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648456"/>
            <a:ext cx="109728" cy="114300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" y="3986784"/>
            <a:ext cx="411480" cy="41148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1A7F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986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24128" y="37216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 cifradas (HTTPS)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24128" y="410565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certificado SSL y redirección automática de HTTP a HTTPS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64845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648456"/>
            <a:ext cx="109728" cy="114300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01768" y="3986784"/>
            <a:ext cx="411480" cy="41148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1A7F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01768" y="3986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04688" y="37216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del servidor web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04688" y="410565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Deshabilitación del listado de directorios en Apache; reducción de exposición interna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ANTES Y DESPUÉS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34640" y="1005840"/>
            <a:ext cx="28346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0" y="1005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97880" y="1005840"/>
            <a:ext cx="2926080" cy="384048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005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423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08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FTP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34640" y="150876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508760"/>
            <a:ext cx="914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Abierto, acceso anónimo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97880" y="150876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508760"/>
            <a:ext cx="91440" cy="50292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5087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 por completo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075688"/>
            <a:ext cx="2423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75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SSH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34640" y="2075688"/>
            <a:ext cx="283464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2075688"/>
            <a:ext cx="914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9232" y="2075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(vulnerable)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2075688"/>
            <a:ext cx="292608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2075688"/>
            <a:ext cx="91440" cy="50292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20756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clave criptográfica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642616"/>
            <a:ext cx="2423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6426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34640" y="2642616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0" y="2642616"/>
            <a:ext cx="914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264261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«123456» (trivial)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2642616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642616"/>
            <a:ext cx="91440" cy="50292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2472" y="26426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Complejas y seguras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209544"/>
            <a:ext cx="2423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2095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web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34640" y="3209544"/>
            <a:ext cx="283464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0" y="3209544"/>
            <a:ext cx="914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9232" y="32095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cifrado (HTTP)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97880" y="3209544"/>
            <a:ext cx="292608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09544"/>
            <a:ext cx="91440" cy="50292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320954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activo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776472"/>
            <a:ext cx="2423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7764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archivos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834640" y="3776472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34640" y="3776472"/>
            <a:ext cx="914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9232" y="3776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 (sin restricción)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97880" y="3776472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97880" y="3776472"/>
            <a:ext cx="91440" cy="50292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37764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(mínimo privilegio)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343400"/>
            <a:ext cx="2423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343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riesgo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834640" y="4343400"/>
            <a:ext cx="283464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34640" y="4343400"/>
            <a:ext cx="914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99232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897880" y="4343400"/>
            <a:ext cx="292608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97880" y="4343400"/>
            <a:ext cx="91440" cy="50292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62472" y="4343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BAJO-MEDIO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 Y CUMPLIMIENTO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con estándares internacionales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325880" cy="1097280"/>
          </a:xfrm>
          <a:prstGeom prst="rect">
            <a:avLst/>
          </a:prstGeom>
          <a:solidFill>
            <a:srgbClr val="0D6E9F"/>
          </a:solidFill>
          <a:ln w="12700">
            <a:solidFill>
              <a:srgbClr val="0D6E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10512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Seguridad de la Información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10512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 · Control de accesos · Protección de activos · Gestión de incidentes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1371600"/>
            <a:ext cx="192024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371600"/>
            <a:ext cx="1440180" cy="256032"/>
          </a:xfrm>
          <a:prstGeom prst="rect">
            <a:avLst/>
          </a:prstGeom>
          <a:solidFill>
            <a:srgbClr val="0D6E9F"/>
          </a:solidFill>
          <a:ln w="12700">
            <a:solidFill>
              <a:srgbClr val="0D6E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6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Alineación: 75%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50008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50008"/>
            <a:ext cx="1325880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50008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10512" y="24414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Nacional de Seguridad (España)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10512" y="28072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integral · Autenticación robusta · Cifrado en tránsito · Registro de actividad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624328"/>
            <a:ext cx="192024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624328"/>
            <a:ext cx="134416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Alineación: 70%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602736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02736"/>
            <a:ext cx="1325880" cy="10972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02736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10512" y="36941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Framework 2.0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10512" y="40599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· Proteger · Detectar · Responder · Recuperar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3877056"/>
            <a:ext cx="192024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3877056"/>
            <a:ext cx="1536192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197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Alineación: 80%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 DE SEGURIDAD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cuantificados tras el proceso de mejora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920240" cy="33832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80160"/>
            <a:ext cx="1920240" cy="73152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920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0040" y="3200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críticas cerradas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1920240" cy="33832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280160"/>
            <a:ext cx="19202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920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468880" y="3200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cifradas (HTTPS)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280160"/>
            <a:ext cx="1920240" cy="33832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280160"/>
            <a:ext cx="19202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920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617720" y="3200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FTP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expuestos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1920240" cy="33832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280160"/>
            <a:ext cx="192024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2194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766560" y="3200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reducido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Bajo-Medio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RESPUESTA A INCIDENTES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definido ante amenazas futuras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554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554480" cy="594360"/>
          </a:xfrm>
          <a:prstGeom prst="rect">
            <a:avLst/>
          </a:prstGeom>
          <a:solidFill>
            <a:srgbClr val="0D6E9F"/>
          </a:solidFill>
          <a:ln w="12700">
            <a:solidFill>
              <a:srgbClr val="0D6E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definidas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aplicado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activos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2176272"/>
            <a:ext cx="18288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051560"/>
            <a:ext cx="1554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051560"/>
            <a:ext cx="1554480" cy="59436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051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03120" y="17190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28600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de logs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forense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2176272"/>
            <a:ext cx="18288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051560"/>
            <a:ext cx="1554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051560"/>
            <a:ext cx="155448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051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840480" y="17190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228600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inmediato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vectores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credenciales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0" y="2176272"/>
            <a:ext cx="18288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051560"/>
            <a:ext cx="1554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051560"/>
            <a:ext cx="155448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051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77840" y="17190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ERRADICACIÓN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228600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causa raíz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Parchear servicios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configuración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40880" y="2176272"/>
            <a:ext cx="18288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1051560"/>
            <a:ext cx="1554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051560"/>
            <a:ext cx="1554480" cy="59436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1051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315200" y="17190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228600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Restauración validada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integridad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operativo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NIST SP 800-61 Rev. 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RECOMENDADOS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para dirección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1554480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1554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128016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24358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herramienta Fail2Ban (protección automatizada contra ataques)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57400" y="173736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70078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Centralización y retención formal de registros de actividad (logs)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59152"/>
            <a:ext cx="1554480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59152"/>
            <a:ext cx="1554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57400" y="256032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52374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monitorización continua (SIEM)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57400" y="301752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298094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periódicas de configuración y seguridad (trimestral)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639312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39312"/>
            <a:ext cx="1554480" cy="1115568"/>
          </a:xfrm>
          <a:prstGeom prst="rect">
            <a:avLst/>
          </a:prstGeom>
          <a:solidFill>
            <a:srgbClr val="0D6E9F"/>
          </a:solidFill>
          <a:ln w="12700">
            <a:solidFill>
              <a:srgbClr val="0D6E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39312"/>
            <a:ext cx="1554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PLAZO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57400" y="3840480"/>
            <a:ext cx="201168" cy="201168"/>
          </a:xfrm>
          <a:prstGeom prst="ellipse">
            <a:avLst/>
          </a:prstGeom>
          <a:solidFill>
            <a:srgbClr val="0D6E9F"/>
          </a:solidFill>
          <a:ln w="12700">
            <a:solidFill>
              <a:srgbClr val="0D6E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380390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en ciberseguridad para el equipo técnico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57400" y="4297680"/>
            <a:ext cx="201168" cy="201168"/>
          </a:xfrm>
          <a:prstGeom prst="ellipse">
            <a:avLst/>
          </a:prstGeom>
          <a:solidFill>
            <a:srgbClr val="0D6E9F"/>
          </a:solidFill>
          <a:ln w="12700">
            <a:solidFill>
              <a:srgbClr val="0D6E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426110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formal de certificación ISO 27001 o adecuación al ENS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64008" cy="1828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final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ha pasado de un nivel de riesgo ALTO a un estado de seguridad significativamente mejorado, con múltiples capas de protección activas.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560320" cy="22402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25603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0632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vulnerabilidades críticas identificadas en servicios expuestos, credenciales y configuración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423160"/>
            <a:ext cx="2560320" cy="22402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423160"/>
            <a:ext cx="25603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5848" y="30632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los riesgos críticos corregidos mediante hardening técnico inmediato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2423160"/>
            <a:ext cx="2560320" cy="22402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423160"/>
            <a:ext cx="25603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44768" y="30632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cumple con los principios de ISO 27001, ENS y el marco NIST en su configuración actual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01168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Villalobos Rodriguez  ·  Proyecto Final de Ciberseguridad  ·  4Geeks Academy  ·  Febrero 2026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Seguridad - Resumen Ejecutivo</dc:title>
  <dc:subject>PptxGenJS Presentation</dc:subject>
  <dc:creator>Mario Villalobos Rodriguez</dc:creator>
  <cp:lastModifiedBy>Mario Villalobos Rodriguez</cp:lastModifiedBy>
  <cp:revision>1</cp:revision>
  <dcterms:created xsi:type="dcterms:W3CDTF">2026-02-18T15:53:07Z</dcterms:created>
  <dcterms:modified xsi:type="dcterms:W3CDTF">2026-02-18T15:53:07Z</dcterms:modified>
</cp:coreProperties>
</file>